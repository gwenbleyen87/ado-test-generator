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22"/>
    <p:sldId id="272" r:id="rId23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 Test Generator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Test Case Generation for Azure DevOps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Azure DevOps, retrieves Features &amp; User Stories, uses Azure OpenAI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generate test cases, and exports to Excel for import into Azure Test Plans.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389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4389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4389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4389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4389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4389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4389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4389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4389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3891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4389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ExcelJS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an Azure DevOps PAT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Access Token — required for reading work items from Azure DevOps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to your Azure DevOps organization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(dev.azure.com/{your-org})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User settings icon (top-right)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select Personal access tokens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37160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7492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+ New Token, give it a name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set an expiration 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137160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0100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64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Scopes select Custom defined,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grant Work Items → Read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Project and Team → Read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1371600"/>
            <a:ext cx="2103120" cy="34747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33272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2" name="Text 20"/>
          <p:cNvSpPr/>
          <p:nvPr/>
        </p:nvSpPr>
        <p:spPr>
          <a:xfrm>
            <a:off x="103327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3836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Create and copy the token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immediately — it won't be shown again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an Azure OpenAI Instance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an OpenAI model on Azure to power test case generation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Resource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Sign in to the Azure Portal (portal.azure.com)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Click + Create a resource, search for Azure OpenAI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Select your Subscription and Resource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Choose a Region where Azure OpenAI is available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(e.g., Sweden Central, East US)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Enter a unique Name for the resource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0292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Select Standard S0 pricing tier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77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 Click Review + create, then Create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 Model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Azure AI Foundry from the resource overview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Navigate to Deployments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383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 + Deploy model → Deploy base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9319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Select a model (e.g., gpt-4o, gpt-4o-mini)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480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Set a Deployment name — this is what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enter in the app's config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50292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Click Deploy and wait for completion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Retrieving the Endpoint &amp; API Key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the credentials needed to connect the app to your Azure OpenAI instance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0" cy="411480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In the Azure Portal, navigate to your Azure OpenAI resource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In the left menu, click Keys and Endpoint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(under Resource Management)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Copy the Endpoint URL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(e.g., https://my-instance.openai.azure.com/)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Click Show next to KEY 1 or KEY 2 and copy the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463040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in the App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552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 URL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and Endpoint → Endpoint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and Endpoint → KEY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Name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Deployments → Model name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Tool?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Writing test cases manually is time-consuming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Acceptance criteria often get lost between features and test plans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Inconsistent test coverage across user stories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Manual Excel formatting for Azure Test Plans import is error-prone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AI generates test cases in seconds from acceptance criteria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697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Directly reads Features &amp; Stories from Azure DevOps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3-agent AI pipeline ensures thorough, reviewed test coverage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886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One-click Excel export formatted for Azure Test Plans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5-step wizard 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Real-time SSE progress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Deployment selector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Test case preview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➡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128016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463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+ TypeScript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REST API endpoints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3-agent AI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DevOps API client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Excel export 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➡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138160" y="128016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14630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Services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2377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Azure DevOps REST API v7.1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Azure OpenAI Chat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PAT authentication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SSE streaming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5-Step Wizard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834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Azure DevOps org, PAT,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project, provide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endpoint &amp; key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2834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Program Increment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(iteration path) to scope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items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37160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2834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Features &amp; linked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Stories, select items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generate tests for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69480" y="137160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01000" y="15544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6092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2834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generates test cases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real-time streaming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via SSE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72600" y="29260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0" y="1371600"/>
            <a:ext cx="2103120" cy="384048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332720" y="15544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103327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69264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38360" y="2834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test cases and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as .xlsx for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Test Plans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Connect &amp; Configure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Enter Azure DevOps credentials and Azure OpenAI config  ·  Step 2: Select a Program Increment</a:t>
            </a:r>
            <a:endParaRPr lang="en-US" sz="1400" dirty="0"/>
          </a:p>
        </p:txBody>
      </p:sp>
      <p:pic>
        <p:nvPicPr>
          <p:cNvPr id="4" name="Image 0" descr="docs/screenshots/02-connect-configu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5669280" cy="4572000"/>
          </a:xfrm>
          <a:prstGeom prst="ellipse">
            <a:avLst/>
          </a:prstGeom>
        </p:spPr>
      </p:pic>
      <p:pic>
        <p:nvPicPr>
          <p:cNvPr id="5" name="Image 1" descr="docs/screenshots/03-select-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457200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6035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6035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Connect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217920" y="6035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9" name="Text 5"/>
          <p:cNvSpPr/>
          <p:nvPr/>
        </p:nvSpPr>
        <p:spPr>
          <a:xfrm>
            <a:off x="6217920" y="6035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Select PI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Review &amp; Generate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Select features to generate tests for  ·  Step 4: AI pipeline processes each feature</a:t>
            </a:r>
            <a:endParaRPr lang="en-US" sz="1400" dirty="0"/>
          </a:p>
        </p:txBody>
      </p:sp>
      <p:pic>
        <p:nvPicPr>
          <p:cNvPr id="4" name="Image 0" descr="docs/screenshots/04-review-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5669280" cy="4572000"/>
          </a:xfrm>
          <a:prstGeom prst="ellipse">
            <a:avLst/>
          </a:prstGeom>
        </p:spPr>
      </p:pic>
      <p:pic>
        <p:nvPicPr>
          <p:cNvPr id="5" name="Image 1" descr="docs/screenshots/05-generate-prog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4572000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60350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6035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Review Features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217920" y="60350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9" name="Text 5"/>
          <p:cNvSpPr/>
          <p:nvPr/>
        </p:nvSpPr>
        <p:spPr>
          <a:xfrm>
            <a:off x="6217920" y="60350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Generate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Preview &amp; Export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Review generated test cases with steps, priorities, and type badges — then export to Excel</a:t>
            </a:r>
            <a:endParaRPr lang="en-US" sz="1400" dirty="0"/>
          </a:p>
        </p:txBody>
      </p:sp>
      <p:pic>
        <p:nvPicPr>
          <p:cNvPr id="4" name="Image 0" descr="docs/screenshots/06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71600"/>
            <a:ext cx="9144000" cy="50292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08760" y="64922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1508760" y="6492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Preview &amp; Export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3-Agent AI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feature's test cases pass through three specialized AI agents sequentially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Examines the feature description and its linked user stories to extract and categorize all testable acceptance criteria.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Feature + User Stories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Structured criteria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➡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6459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6459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2651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detailed test cases with numbered steps, actions, and expected results for each identified criterion.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4389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Structured criteria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Draft test cases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➡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38160" y="146304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16459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6459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21040" y="26517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test cases for completeness and coverage. Removes redundancy, refines wording, and adds missing edge cases.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4389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Input: Draft test cases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4709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Final test cases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React 18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Vite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TypeScript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463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Express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TypeScript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tsx (dev runner)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463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463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Azure OpenAI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GPT-5-mini deployment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3-agent pipeline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206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Azure DevOps REST API v7.1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120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PAT authentication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532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SSE streaming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4023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4206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4206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ExcelJS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5120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.xlsx format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5532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Azure Test Plans compatible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38160" y="4023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21040" y="4206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4206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npm workspaces monorepo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5120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Shared types package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12480" y="5532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Concurrently for dev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Data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&amp;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Stories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&amp; parse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 → Generate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Review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9828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897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8972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&amp;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test cases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Export Output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Test Case Title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572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Test Steps (action + expected result)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4572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Priority (1–4)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4572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Test Type (positive / negative / boundary)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029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Assigned 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5029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Automation Status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5029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Area Path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0" y="5029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Ready for Azure Test Plans import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 connects to your Azure OpenAI instance with configurable endpoint, API key, and deployment name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 URL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Azure OpenAI resource endpoint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926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key for the resource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Name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Currently: gpt-5-mini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Version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to 2024-10-21 (stable)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Model Handling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models (o1, o3, o4) are handled specially: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system message — instructions passed as user message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response_format parameter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840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temperature or max_tokens overrides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4343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JSON response parsed with markdown fence stripping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554480"/>
            <a:ext cx="640080" cy="64008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Prerequisites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v18+, Azure DevOps PAT,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 instance with a deployment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5544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290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install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0" y="15544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8972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http://localhost:5173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Monorepo with npm workspaces  •  backend/ (port 3001)  •  frontend/ (port 5173)  •  shared/ (types)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Flow: What Goes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Exactly which data crosses each boundary — all processing runs locally on your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46888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371600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Browser →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Sends: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Organization name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PAT token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Project &amp; iteration selections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OpenAI endpoint, key, deployment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Selected feature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945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371600"/>
            <a:ext cx="246888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1463040"/>
            <a:ext cx="1920240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463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Backend → Azure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288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Sends (HTTPS):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PAT in Authorization header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WIQL queries (iteration filter)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Work item ID batches (max 200)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Returns: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Projects, iterations, features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User story descriptions &amp;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371600"/>
            <a:ext cx="246888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1463040"/>
            <a:ext cx="1920240" cy="2743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463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Backend → Azure OpenAI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8288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Sends (HTTPS):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API key in header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Feature titles &amp; descriptions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User story acceptance criteria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Agent system prompts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Returns: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Structured JSON test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945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371600"/>
            <a:ext cx="2468880" cy="21031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463040"/>
            <a:ext cx="1371600" cy="2743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Local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8288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Processed locally: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Test cases → Excel (.xlsx)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Azure Test Plans format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No external API call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Downloaded to: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</a:defRPr>
            </a:pPr>
            <a:r>
              <a:t>•  User's browser (file download)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5394960" cy="1371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A37F"/>
                </a:solidFill>
              </a:defRPr>
            </a:pPr>
            <a:r>
              <a:t>What is sent to Azure OpenAI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D1D5DB"/>
                </a:solidFill>
              </a:defRPr>
            </a:pPr>
            <a:r>
              <a:t>✔  Feature titles and plain-text descriptions</a:t>
            </a:r>
          </a:p>
          <a:p>
            <a:pPr>
              <a:spcAft>
                <a:spcPts val="200"/>
              </a:spcAft>
              <a:defRPr sz="1000">
                <a:solidFill>
                  <a:srgbClr val="D1D5DB"/>
                </a:solidFill>
              </a:defRPr>
            </a:pPr>
            <a:r>
              <a:t>✔  User story titles, descriptions, and acceptance criteria (HTML stripped)</a:t>
            </a:r>
          </a:p>
          <a:p>
            <a:pPr>
              <a:spcAft>
                <a:spcPts val="200"/>
              </a:spcAft>
              <a:defRPr sz="1000">
                <a:solidFill>
                  <a:srgbClr val="D1D5DB"/>
                </a:solidFill>
              </a:defRPr>
            </a:pPr>
            <a:r>
              <a:t>✔  Agent instructions (system prompts defining analyze/generate/review tasks)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657600"/>
            <a:ext cx="5394960" cy="1371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</a:defRPr>
            </a:pPr>
            <a:r>
              <a:t>What is NOT sent to Azure OpenAI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114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D1D5DB"/>
                </a:solidFill>
              </a:defRPr>
            </a:pPr>
            <a:r>
              <a:t>✖  PAT tokens or API keys (used only for auth headers)</a:t>
            </a:r>
          </a:p>
          <a:p>
            <a:pPr>
              <a:spcAft>
                <a:spcPts val="200"/>
              </a:spcAft>
              <a:defRPr sz="1000">
                <a:solidFill>
                  <a:srgbClr val="D1D5DB"/>
                </a:solidFill>
              </a:defRPr>
            </a:pPr>
            <a:r>
              <a:t>✖  Organization name, project name, iteration paths</a:t>
            </a:r>
          </a:p>
          <a:p>
            <a:pPr>
              <a:spcAft>
                <a:spcPts val="200"/>
              </a:spcAft>
              <a:defRPr sz="1000">
                <a:solidFill>
                  <a:srgbClr val="D1D5DB"/>
                </a:solidFill>
              </a:defRPr>
            </a:pPr>
            <a:r>
              <a:t>✖  Work item IDs, area paths, or any DevOps metadata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All communication with Azure services uses HTTPS. The backend runs on localhost:3001 — no data is routed through third-party servers.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How credentials are handled, what stays local, and network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920240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Credential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Azure DevOps PAT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Scoped: Work Items (Read),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   Project and Team (Read)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Base64 in Authorization header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In-memory only (React state)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Azure OpenAI API Key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Passed to Azure OpenAI SDK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Sent as api-key header (HTTPS)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In-memory only (React state)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No credentials are persisted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to disk, localStorage, or cookies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3566160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1920240" cy="2743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63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Network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Runs locally on user's machine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Frontend: localhost:5173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Backend:  localhost:3001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Only 2 external HTTPS calls: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1. Azure DevOps (dev.azure.com)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   Read-only: projects, iterations,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   features, user stories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2. Azure OpenAI (*.openai.azure.com)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   Send: feature text + criteria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   Receive: test cases (JSON)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371600"/>
            <a:ext cx="3566160" cy="40233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19202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46304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Data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182880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What stays local: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All credentials (PAT, API key)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Work item IDs &amp; metadata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Generated test cases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Excel exports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HTML → text conversion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Backend safeguards: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JSON payload limit: 10 MB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CORS enabled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Retry: 3x exponential backoff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</a:defRPr>
            </a:pPr>
            <a:r>
              <a:t>•  Max tokens: 16,384 per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577840"/>
            <a:ext cx="11155680" cy="914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</a:defRPr>
            </a:pPr>
            <a:r>
              <a:t>Recommendations for production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D1D5DB"/>
                </a:solidFill>
              </a:defRPr>
            </a:pPr>
            <a:r>
              <a:t>•  Use env variables or a secrets manager instead of UI-entered credentials    •  Restrict CORS to frontend origin only    •  Add backend API authentication    •  Deploy behind a reverse proxy with TLS    •  Consider Azure Managed Identity for OpenAI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2026-03-14T15:58:32Z</dcterms:created>
  <dcterms:modified xsi:type="dcterms:W3CDTF">2026-03-14T15:58:32Z</dcterms:modified>
</cp:coreProperties>
</file>